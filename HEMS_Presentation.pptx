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640080"/>
            <a:ext cx="1737360" cy="1737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1560" y="50292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</a:rPr>
              <a:t>PROJECT PRESENTATION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3716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CSC 1204 · Database Systems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3017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" y="35661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Praise Assumptah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2025/BCS/167/PS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Mbarara University of Science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and Technology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0" y="457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3E635"/>
                </a:solidFill>
              </a:rPr>
              <a:t>Hospital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4389120" y="1234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3E635"/>
                </a:solidFill>
              </a:rPr>
              <a:t>Equipment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438912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Management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438912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System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438912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Centralised MySQL Database for Medical Asset Tracking &amp; Maintenance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8912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Submission: 06 / 05 /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3444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133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The problem we solve and our approach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65376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0253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1901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Business Case &amp; Benefits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Tangible/intangible value delivered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33472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706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2670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System Stakeholders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2962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User roles and their needs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01568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53872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4381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Logical Data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Entities, attributes, relationships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169664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69664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3068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4206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ER Diagram &amp;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4498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Relational blueprint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1097280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097280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23444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76672" y="1133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Physical Design (MySQL)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Tables, keys, SQL implementation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1865376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865376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00253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76672" y="1901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Sample SQL Queries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76672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Data retrieval and reporting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2633472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2633472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7706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76672" y="2670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User Interfaces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76672" y="2962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Department, Equipment, Technician views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46320" y="3401568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3401568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53872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76672" y="34381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Risks &amp; Limitations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76672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Technical, organisational, security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4169664"/>
            <a:ext cx="4206240" cy="640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4169664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43068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76672" y="4206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Conclusion &amp; Future Work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76672" y="4498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Impact and next steps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E635"/>
                </a:solidFill>
              </a:rPr>
              <a:t>Executive Summary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43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is HEMS?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" y="16002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The Hospital Equipment Management System (HEMS) is a centralised MySQL database solution designed to improve the tracking, maintenance, and allocation of critical medical assets — MRI scanners, ventilators, dialysis machines, and more.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423160"/>
            <a:ext cx="2697480" cy="237744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42316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60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E635"/>
                </a:solidFill>
              </a:rPr>
              <a:t>5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5720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Entities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Departments, Equipment, Suppliers, Technicians, Logs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423160"/>
            <a:ext cx="2697480" cy="237744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242316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6060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E635"/>
                </a:solidFill>
              </a:rPr>
              <a:t>MySQL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333756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Engine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337560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Relational design with full PK/FK constraints enforced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080760" y="2423160"/>
            <a:ext cx="2697480" cy="237744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80760" y="242316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60604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E635"/>
                </a:solidFill>
              </a:rPr>
              <a:t>100%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621792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Visibility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217920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All assets, statuses, and histories accessible at a glance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The Critical Business Case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Bridging the Gap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In modern healthcare, equipment availability — MRI scanners, ventilators, dialysis machines — is directly tied to patient survival rates.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HEMS eliminates manual tracking errors, reduces equipment downtime, and ensures life-saving machines are always ready across all hospital wings.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4114800" cy="164592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320040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E635"/>
                </a:solidFill>
              </a:rPr>
              <a:t>Application Domain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Hospital Operations &amp; Asset Management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Supports the clinical engineering department with maintenance scheduling and location tracking across hospital wings: Radiology, ICU, and Emergency.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1051560"/>
            <a:ext cx="3840480" cy="10972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74920" y="1234440"/>
            <a:ext cx="685800" cy="685800"/>
          </a:xfrm>
          <a:prstGeom prst="ellipse">
            <a:avLst/>
          </a:prstGeom>
          <a:solidFill>
            <a:srgbClr val="065F52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252728"/>
            <a:ext cx="594360" cy="594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9788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</a:rPr>
              <a:t>Radiology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97880" y="1581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Wing 1 — MRI &amp; X-Ray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2395728"/>
            <a:ext cx="3840480" cy="10972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74920" y="2578608"/>
            <a:ext cx="685800" cy="685800"/>
          </a:xfrm>
          <a:prstGeom prst="ellipse">
            <a:avLst/>
          </a:prstGeom>
          <a:solidFill>
            <a:srgbClr val="065F52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96896"/>
            <a:ext cx="5943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97880" y="2532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</a:rPr>
              <a:t>ICU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89788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Wing 2 — Critical Care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937760" y="3739896"/>
            <a:ext cx="3840480" cy="10972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74920" y="3922776"/>
            <a:ext cx="685800" cy="685800"/>
          </a:xfrm>
          <a:prstGeom prst="ellipse">
            <a:avLst/>
          </a:prstGeom>
          <a:solidFill>
            <a:srgbClr val="065F52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941064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897880" y="38770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</a:rPr>
              <a:t>Emergency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897880" y="4270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Wing 3 — ER Equipment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Strategic Value &amp; Benefits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38404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731520" cy="7315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16152"/>
            <a:ext cx="676656" cy="676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029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Reduced Costs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" y="24871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Preventative maintenance tracking lowers long-term repair expenditures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31729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Eliminates lost or misplaced portable equipment (X-ray mobiles)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38587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Improves maintenance planning and reduces breakdown frequency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54680" y="1051560"/>
            <a:ext cx="2788920" cy="38404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051560"/>
            <a:ext cx="27889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1188720"/>
            <a:ext cx="731520" cy="73152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216152"/>
            <a:ext cx="676656" cy="6766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029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Patient Safety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291840" y="24871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Enhanced safety protocols ensure zero equipment failure during critical procedures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91840" y="31729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Real-time operational status checks before clinical use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291840" y="38587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Medical staff can verify machine availability instantly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35040" y="1051560"/>
            <a:ext cx="2788920" cy="38404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105156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72200" y="1188720"/>
            <a:ext cx="731520" cy="73152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676656" cy="6766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72200" y="2029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Accountability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172200" y="24871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Promotes responsibility among biomedical technicians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172200" y="31729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Detailed service logging and date-stamped maintenance history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172200" y="38587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Transparent audit trail for every piece of equipment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274320" y="4983480"/>
            <a:ext cx="8595360" cy="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System Stakeholders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Diverse User Roles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16052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73152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783080"/>
            <a:ext cx="658368" cy="65836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621792" cy="6217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Medical Staff (Nurses &amp; Doctors)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3444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 operational verification before clinical use. Checks if a machine is available and functional before patient procedures.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416052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60020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9472" y="1783080"/>
            <a:ext cx="658368" cy="658368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01368"/>
            <a:ext cx="621792" cy="6217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Biomedical Technicians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66928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Responsible for performing repairs and logging all technical data. Updates maintenance logs and records service descriptions.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0040" y="3291840"/>
            <a:ext cx="416052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291840"/>
            <a:ext cx="73152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4632" y="3474720"/>
            <a:ext cx="658368" cy="658368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93008"/>
            <a:ext cx="621792" cy="6217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Inventory Managers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23444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Tracks equipment lifespans, manages supplier relationships, and monitors the procurement and retirement of hospital assets.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754880" y="3291840"/>
            <a:ext cx="416052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329184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19472" y="3474720"/>
            <a:ext cx="658368" cy="65836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93008"/>
            <a:ext cx="621792" cy="6217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6928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Hospital Administrators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66928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Oversees system-level access, generates summary reports, and ensures compliance with healthcare equipment standards.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E635"/>
                </a:solidFill>
              </a:rPr>
              <a:t>Logical Data Model — Entities &amp; Attributes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4320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33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Equipment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E635"/>
                </a:solidFill>
              </a:rPr>
              <a:t>PK: Equip_ID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Attributes: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Name, Status, Dept_ID, Supplier_ID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74320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78992"/>
            <a:ext cx="274320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33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Departments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10128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E635"/>
                </a:solidFill>
              </a:rPr>
              <a:t>PK: Dept_ID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10128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Attributes: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Dept_Name, Floor_Location, Head_of_Dept, Contact_Extension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078992"/>
            <a:ext cx="274320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78992"/>
            <a:ext cx="27432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133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Suppliers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90488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E635"/>
                </a:solidFill>
              </a:rPr>
              <a:t>PK: Supplier_ID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90488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Attributes: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Company_Name, Contact_Person, Address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416052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4320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798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Technician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9768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E635"/>
                </a:solidFill>
              </a:rPr>
              <a:t>PK: Tech_ID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34930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Attributes: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Tech_Name, Specialty, Experience_Level, Availability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743200"/>
            <a:ext cx="4160520" cy="150876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743200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798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Maintenance_Log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E635"/>
                </a:solidFill>
              </a:rPr>
              <a:t>PK: Log_ID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34930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Attributes: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Log_Date, Description, Equip_ID (FK), Tech_ID (FK)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Entity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841248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00584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8016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: 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Departments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6120" y="1115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1115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Equipment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5087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 department manages many pieces of equipment across different hospital wings.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39112"/>
            <a:ext cx="8503920" cy="841248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39112"/>
            <a:ext cx="1005840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2267712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: 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Suppliers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Equipment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49631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 supplier can provide many different equipment items to the hospital inventory.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26664"/>
            <a:ext cx="8503920" cy="841248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26664"/>
            <a:ext cx="10058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2552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: 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Equipment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Maintenance_Log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348386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 piece of equipment can have many maintenance logs (it may break and be repaired multiple times).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14216"/>
            <a:ext cx="8503920" cy="841248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014216"/>
            <a:ext cx="1005840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4242816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: 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Technician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46120" y="40782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57600" y="4078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Maintenance_Log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44714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 technician can write and be responsible for many maintenance log entries over time.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983480"/>
            <a:ext cx="8503920" cy="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E635"/>
                </a:solidFill>
              </a:rPr>
              <a:t>Relational Architecture — 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0116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Departments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1188720"/>
            <a:ext cx="210312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188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Suppliers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331720"/>
            <a:ext cx="21945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(Hub)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931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Technician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931920"/>
            <a:ext cx="210312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3931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Maintenance_Log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1527048"/>
            <a:ext cx="1005840" cy="1033272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583680" y="1527048"/>
            <a:ext cx="-914400" cy="1033272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114800" y="3246120"/>
            <a:ext cx="-1645920" cy="68580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3246120"/>
            <a:ext cx="2011680" cy="68580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468880" y="4270248"/>
            <a:ext cx="41148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28600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4B8A6"/>
                </a:solidFill>
              </a:rPr>
              <a:t>Dept_ID 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0352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EA5E9"/>
                </a:solidFill>
              </a:rPr>
              <a:t>← Supplier_ID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1752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3E635"/>
                </a:solidFill>
              </a:rPr>
              <a:t>Equip_ID 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3E635"/>
                </a:solidFill>
              </a:rPr>
              <a:t>↓ Tech_ID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</a:rPr>
              <a:t>Tech_ID 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4754880"/>
            <a:ext cx="850392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28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Primary and Foreign Key constraints enforce referential integrity — no maintenance record can exist without a valid technician and equipment entry.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Physical Design (MySQL)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200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201168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 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Foreign Key(s)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Departments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Dept_ID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Stores floor locations, HOD &amp; contact info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Equipment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Equip_ID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Dept_ID, Supplier_ID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Stores all medical asset metadata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Suppliers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Supplier_ID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Vendor contact and company information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Technician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Tech_ID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Manages bio-medical team data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Maintenance_Log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Equip_ID, Tech_ID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history of repairs and service events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1051560"/>
            <a:ext cx="8503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097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 Name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Primary Key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Foreign Key(s)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Purpose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554480"/>
            <a:ext cx="8503920" cy="502920"/>
          </a:xfrm>
          <a:prstGeom prst="rect">
            <a:avLst/>
          </a:prstGeom>
          <a:solidFill>
            <a:srgbClr val="112244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E635"/>
                </a:solidFill>
              </a:rPr>
              <a:t>Departments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627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Dept_ID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70332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—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5000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Stores floor locations, HOD &amp; contact info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084832"/>
            <a:ext cx="8503920" cy="502920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157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E635"/>
                </a:solidFill>
              </a:rPr>
              <a:t>Equipment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331720" y="21579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Equip_ID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1579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Dept_ID, Supplier_ID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15000" y="2157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Stores all medical asset metadata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2615184"/>
            <a:ext cx="8503920" cy="502920"/>
          </a:xfrm>
          <a:prstGeom prst="rect">
            <a:avLst/>
          </a:prstGeom>
          <a:solidFill>
            <a:srgbClr val="112244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688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E635"/>
                </a:solidFill>
              </a:rPr>
              <a:t>Suppliers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31720" y="26883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Supplier_ID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7033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15000" y="26883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Vendor contact and company information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" y="3145536"/>
            <a:ext cx="8503920" cy="502920"/>
          </a:xfrm>
          <a:prstGeom prst="rect">
            <a:avLst/>
          </a:prstGeom>
          <a:solidFill>
            <a:srgbClr val="0D1F35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E635"/>
                </a:solidFill>
              </a:rPr>
              <a:t>Technician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331720" y="3218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Tech_ID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70332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—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715000" y="32186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Manages bio-medical team data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112244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E635"/>
                </a:solidFill>
              </a:rPr>
              <a:t>Maintenance_Log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331720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Log_ID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70332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Equip_ID, Tech_ID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715000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Full history of repairs and service events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709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Built with MySQL · InnoDB engine · Full ACID compliance · PRIMARY KEY and FOREIGN KEY constraints enforced on all relational tables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E635"/>
                </a:solidFill>
              </a:rPr>
              <a:t>Insights through Data — SQL Queries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118872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List all equipment needing repair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5486400" cy="713232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Equipment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'Needs Repair';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2648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Result: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719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Returns an immediate action list for the biomedical team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8503920" cy="118872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04872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97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View full maintenance history for one machine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770632"/>
            <a:ext cx="5486400" cy="713232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07208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ML.Log_Date, ML.Description, T.Tech_Name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Maintenance_Log 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Technician T ON ML.Tech_ID = T.Tech_ID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ML.Equip_ID = 1;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0" y="2788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Result: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30449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Shows all service records and responsible technician for Equipment #1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8503920" cy="118872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30752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856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Count equipment per department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096512"/>
            <a:ext cx="5486400" cy="713232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33088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D.Dept_Name, COUNT(E.Equip_ID) AS Total_Assets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Departments 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Equipment E ON D.Dept_ID = E.Dept_ID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D.Dept_Name;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4114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Result: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4370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Management summary: how many assets each department holds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User Interface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88920" cy="1783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16152"/>
            <a:ext cx="594360" cy="59436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234440"/>
            <a:ext cx="557784" cy="557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2435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Departments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1609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View &amp; update all hospital departments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9933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</a:rPr>
              <a:t>Dept_ID  ·  Dept_Name  ·  Floor_Location  ·  Head_of_Dept  ·  Contact_Extension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54680" y="1078992"/>
            <a:ext cx="2788920" cy="1783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078992"/>
            <a:ext cx="27889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64408" y="1216152"/>
            <a:ext cx="594360" cy="59436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234440"/>
            <a:ext cx="557784" cy="5577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2435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Equipment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977640" y="1609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Track &amp; update medical asset status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64408" y="19933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</a:rPr>
              <a:t>Equip_ID  ·  Name  ·  Status  ·  Dept_ID  ·  Supplier_ID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035040" y="1078992"/>
            <a:ext cx="2788920" cy="1783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078992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44768" y="1216152"/>
            <a:ext cx="594360" cy="59436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234440"/>
            <a:ext cx="557784" cy="5577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0" y="12435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Suppliers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858000" y="1609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Manage vendor and procurement data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144768" y="19933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</a:rPr>
              <a:t>Supplier_ID  ·  Company_Name  ·  Contact_Person  ·  Address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1691640" y="3044952"/>
            <a:ext cx="2788920" cy="1783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691640" y="3044952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801368" y="3182112"/>
            <a:ext cx="594360" cy="59436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656" y="3200400"/>
            <a:ext cx="557784" cy="5577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514600" y="32095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Technicians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2514600" y="35753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View biomedical team information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1801368" y="39593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</a:rPr>
              <a:t>Tech_ID  ·  Tech_Name  ·  Specialty  ·  Experience_Level  ·  Availability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572000" y="3044952"/>
            <a:ext cx="2788920" cy="1783080"/>
          </a:xfrm>
          <a:prstGeom prst="rect">
            <a:avLst/>
          </a:prstGeom>
          <a:solidFill>
            <a:srgbClr val="1122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72000" y="3044952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681728" y="3182112"/>
            <a:ext cx="594360" cy="59436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3200400"/>
            <a:ext cx="557784" cy="5577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94960" y="32095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Maintenance Log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394960" y="35753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Full date-stamped service history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4681728" y="39593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</a:rPr>
              <a:t>Log_ID  ·  Log_Date  ·  Description  ·  Equip_ID (FK)  ·  Tech_ID (FK)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Risks &amp;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3749040"/>
          </a:xfrm>
          <a:prstGeom prst="rect">
            <a:avLst/>
          </a:prstGeom>
          <a:solidFill>
            <a:srgbClr val="112244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1064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Technical Risks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1480" y="16642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System failure or server downtime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2377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Data loss if backups are not maintained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3090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Bugs during updates or migration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3803904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Dependency on IT infrastructure &amp; power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54680" y="1051560"/>
            <a:ext cx="2788920" cy="3749040"/>
          </a:xfrm>
          <a:prstGeom prst="rect">
            <a:avLst/>
          </a:prstGeom>
          <a:solidFill>
            <a:srgbClr val="112244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051560"/>
            <a:ext cx="2788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972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03320" y="11064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Organisational Risks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291840" y="16642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Lack of user acceptance and adoption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91840" y="2377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Poor system implementation planning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91840" y="3090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Resistance to transition from manual registers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291840" y="3803904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Insufficient training provided to staff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35040" y="1051560"/>
            <a:ext cx="2788920" cy="3749040"/>
          </a:xfrm>
          <a:prstGeom prst="rect">
            <a:avLst/>
          </a:prstGeom>
          <a:solidFill>
            <a:srgbClr val="112244"/>
          </a:solidFill>
          <a:ln w="63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1051560"/>
            <a:ext cx="27889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0972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83680" y="11064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Security Risks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172200" y="16642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Unauthorised access to patient-linked asset data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172200" y="2377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Possible data breaches or SQL injection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172200" y="3090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Weak password policies for system accounts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172200" y="3803904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No audit trail if access logs are disabled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274320" y="4846320"/>
            <a:ext cx="8595360" cy="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E635"/>
                </a:solidFill>
              </a:rPr>
              <a:t>Cost Analysis &amp;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931920" cy="182880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3931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Tangible Costs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Staff training and onboarding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System maintenance and updates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Software setup and configuration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Hardware and server infrastructure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3017520"/>
            <a:ext cx="3931920" cy="182880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3017520"/>
            <a:ext cx="3931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72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Intangible Costs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Resistance to adopting new technology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Temporary disruption during transition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Time required for initial data entry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Learning curve for existing staff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078992"/>
            <a:ext cx="4297680" cy="3767328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1078992"/>
            <a:ext cx="4297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338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Implementation Notes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64208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66360" y="16367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MySQL + Java Interface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66360" y="19293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MySQL provides the relational backend; a Java (Eclipse) front-end provides menu-driven interaction for all users.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6888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6360" y="24414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PK/FK Integrity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166360" y="27340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Every foreign key is enforced at the database level — no orphaned maintenance records are possible.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73552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6360" y="3246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Menu-Driven Console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166360" y="35387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Simple tabular interface minimises learning curve for non-technical hospital staff.</a:t>
            </a:r>
            <a:endParaRPr lang="en-US" sz="9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078224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66360" y="4050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Future Scalability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166360" y="4343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Foundation is ready for automated scheduling and predictive maintenance analytics integration.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3E635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HEMS successfully bridges the gap between complex biomedical inventory and efficient clinical workflows. By integrating a centralised SQL database with a responsive Java interface, technicians and administrators can track maintenance logs and room assignments with precision — ensuring critical medical machinery is always available for patient care.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196596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9008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962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E635"/>
                </a:solidFill>
              </a:rPr>
              <a:t>Predictive Maintenance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ML model to forecast equipment failure before it happens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468880" y="2926080"/>
            <a:ext cx="196596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9900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71800" y="2962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E635"/>
                </a:solidFill>
              </a:rPr>
              <a:t>Cloud Deployment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97180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Host on AWS/Azure for multi-hospital access and scalability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572000" y="2926080"/>
            <a:ext cx="196596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99008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74920" y="2962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E635"/>
                </a:solidFill>
              </a:rPr>
              <a:t>Role-Based Access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07492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Differentiated login for each user group with audit logs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6675120" y="2926080"/>
            <a:ext cx="196596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9900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2962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E635"/>
                </a:solidFill>
              </a:rPr>
              <a:t>Auto Scheduling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17804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Automatic maintenance scheduling based on usage data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 for your time and attention!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2743200" y="4407408"/>
            <a:ext cx="36576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Presenter: </a:t>
            </a:r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Praise Assumptah  |  </a:t>
            </a:r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Reg: </a:t>
            </a:r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2025/BCS/167/PS  |  </a:t>
            </a:r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MUST — </a:t>
            </a:r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"Succeed We Must"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864608"/>
            <a:ext cx="502920" cy="50292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Equipment Management System</dc:title>
  <dc:subject>PptxGenJS Presentation</dc:subject>
  <dc:creator>Praise Assumptah</dc:creator>
  <cp:lastModifiedBy>Praise Assumptah</cp:lastModifiedBy>
  <cp:revision>1</cp:revision>
  <dcterms:created xsi:type="dcterms:W3CDTF">2026-05-06T19:22:53Z</dcterms:created>
  <dcterms:modified xsi:type="dcterms:W3CDTF">2026-05-06T19:22:53Z</dcterms:modified>
</cp:coreProperties>
</file>